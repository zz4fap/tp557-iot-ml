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5"/>
  </p:notesMasterIdLst>
  <p:handoutMasterIdLst>
    <p:handoutMasterId r:id="rId76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51" r:id="rId68"/>
    <p:sldId id="529" r:id="rId69"/>
    <p:sldId id="527" r:id="rId70"/>
    <p:sldId id="530" r:id="rId71"/>
    <p:sldId id="582" r:id="rId72"/>
    <p:sldId id="583" r:id="rId73"/>
    <p:sldId id="584" r:id="rId7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58" d="100"/>
          <a:sy n="58" d="100"/>
        </p:scale>
        <p:origin x="14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theme" Target="theme/theme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/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https://www.kaggle.com/code/ashusma/understanding-tf-lite-and-model-optimization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/>
            </a:r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</a:t>
            </a:r>
            <a:r>
              <a:rPr lang="pt-BR" dirty="0" smtClean="0"/>
              <a:t>do Samuel</a:t>
            </a:r>
            <a:r>
              <a:rPr lang="pt-BR" dirty="0"/>
              <a:t>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xmlns="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xmlns="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xmlns="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xmlns="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xmlns="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3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7.jp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xmlns="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xmlns="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xmlns="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xmlns="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xmlns="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xmlns="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xmlns="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 smtClean="0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 smtClean="0">
                <a:solidFill>
                  <a:srgbClr val="404040"/>
                </a:solidFill>
                <a:latin typeface="DeepSeek-CJK-patch"/>
              </a:rPr>
              <a:t>,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xmlns="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xmlns="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xmlns="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xmlns="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xmlns="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xmlns="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modelos: Quantização total do modelo, com exceção das entradas e saídas, para manter a interface original.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xmlns="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borda. 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borda,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guiado: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de grãos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xmlns="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durante a aula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ou </a:t>
            </a: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 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impulse.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</a:t>
            </a: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www.kaggle.com/datasets</a:t>
            </a:r>
            <a:endParaRPr lang="pt-BR" sz="1734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</a:t>
            </a: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/</a:t>
            </a:r>
            <a:endParaRPr lang="pt-BR" sz="1734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para casa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impulse.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16023</TotalTime>
  <Words>2293</Words>
  <Application>Microsoft Office PowerPoint</Application>
  <PresentationFormat>Widescreen</PresentationFormat>
  <Paragraphs>325</Paragraphs>
  <Slides>71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11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71</vt:i4>
      </vt:variant>
    </vt:vector>
  </HeadingPairs>
  <TitlesOfParts>
    <vt:vector size="85" baseType="lpstr">
      <vt:lpstr>-apple-system</vt:lpstr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Times New Roman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2418</cp:revision>
  <dcterms:created xsi:type="dcterms:W3CDTF">2020-01-20T13:50:05Z</dcterms:created>
  <dcterms:modified xsi:type="dcterms:W3CDTF">2025-04-19T01:39:05Z</dcterms:modified>
</cp:coreProperties>
</file>
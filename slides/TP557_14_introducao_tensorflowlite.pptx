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6"/>
  </p:notesMasterIdLst>
  <p:handoutMasterIdLst>
    <p:handoutMasterId r:id="rId77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71" r:id="rId59"/>
    <p:sldId id="572" r:id="rId60"/>
    <p:sldId id="573" r:id="rId61"/>
    <p:sldId id="574" r:id="rId62"/>
    <p:sldId id="575" r:id="rId63"/>
    <p:sldId id="578" r:id="rId64"/>
    <p:sldId id="579" r:id="rId65"/>
    <p:sldId id="577" r:id="rId66"/>
    <p:sldId id="576" r:id="rId67"/>
    <p:sldId id="527" r:id="rId68"/>
    <p:sldId id="552" r:id="rId69"/>
    <p:sldId id="551" r:id="rId70"/>
    <p:sldId id="529" r:id="rId71"/>
    <p:sldId id="530" r:id="rId72"/>
    <p:sldId id="582" r:id="rId73"/>
    <p:sldId id="583" r:id="rId74"/>
    <p:sldId id="584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8620" autoAdjust="0"/>
  </p:normalViewPr>
  <p:slideViewPr>
    <p:cSldViewPr snapToGrid="0">
      <p:cViewPr varScale="1">
        <p:scale>
          <a:sx n="98" d="100"/>
          <a:sy n="98" d="100"/>
        </p:scale>
        <p:origin x="13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04843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7359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3.png"/><Relationship Id="rId4" Type="http://schemas.openxmlformats.org/officeDocument/2006/relationships/image" Target="../media/image3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netron.app/" TargetMode="Externa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7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 / 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75E6F28-3196-FC63-D959-EADE8E1DE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699" y="2192446"/>
            <a:ext cx="8253175" cy="123454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5502749-27CB-FDE7-2CE8-72951656A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1851" y="4251538"/>
            <a:ext cx="5715495" cy="242337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61CFFEC-08C1-CD4C-FC70-099988A4C9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2174" y="3627413"/>
            <a:ext cx="7773074" cy="525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2C14F81-36BB-C55A-8659-815F37946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557" y="2862651"/>
            <a:ext cx="11834886" cy="40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F94B7FE8-9A77-F6D6-2FC1-C8C992521A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514" y="2046569"/>
            <a:ext cx="6722886" cy="4307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8194" name="Picture 2">
            <a:extLst>
              <a:ext uri="{FF2B5EF4-FFF2-40B4-BE49-F238E27FC236}">
                <a16:creationId xmlns:a16="http://schemas.microsoft.com/office/drawing/2014/main" id="{B22F1180-E588-BC5E-E4DA-3F3672643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263336"/>
            <a:ext cx="5811308" cy="3664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214A25D-CB3D-3ABA-014A-B63E569C2B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102" y="2212315"/>
            <a:ext cx="8382726" cy="383319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521FCD22-130C-EC11-876D-016192B6F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9166" y="6147107"/>
            <a:ext cx="7041490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8792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454" y="2104596"/>
            <a:ext cx="6928790" cy="411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2891CE-733B-3797-711B-C906AD213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450" y="2814258"/>
            <a:ext cx="7963590" cy="1432684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0203DA5-6627-07C8-8B60-A545B6A32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702" y="4767248"/>
            <a:ext cx="3515031" cy="85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A60A1B2-78F9-3548-6FC2-8B05342F2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552" y="1216025"/>
            <a:ext cx="2312140" cy="5343464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CE19526-EDB1-1A07-E073-940FEB1415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565" y="1066800"/>
            <a:ext cx="2587462" cy="5593607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8408140" y="34290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10B2ADC-5CF8-719E-81F1-C7CC0432D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997" y="939955"/>
            <a:ext cx="3993910" cy="518128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CB507E-4F73-A165-C547-578208370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28" y="812555"/>
            <a:ext cx="4268473" cy="530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8227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6481EB2B-C5C0-A860-3AAB-A895F113E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724579"/>
            <a:ext cx="9979378" cy="3096326"/>
          </a:xfrm>
        </p:spPr>
      </p:pic>
    </p:spTree>
    <p:extLst>
      <p:ext uri="{BB962C8B-B14F-4D97-AF65-F5344CB8AC3E}">
        <p14:creationId xmlns:p14="http://schemas.microsoft.com/office/powerpoint/2010/main" val="25191308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ponta.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ponta,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 classificação do grão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15471</TotalTime>
  <Words>2323</Words>
  <Application>Microsoft Office PowerPoint</Application>
  <PresentationFormat>Widescreen</PresentationFormat>
  <Paragraphs>300</Paragraphs>
  <Slides>72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72</vt:i4>
      </vt:variant>
    </vt:vector>
  </HeadingPairs>
  <TitlesOfParts>
    <vt:vector size="82" baseType="lpstr">
      <vt:lpstr>-apple-system</vt:lpstr>
      <vt:lpstr>Arial</vt:lpstr>
      <vt:lpstr>Calibri</vt:lpstr>
      <vt:lpstr>Calibri Light</vt:lpstr>
      <vt:lpstr>Montserrat</vt:lpstr>
      <vt:lpstr>Roboto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2382</cp:revision>
  <dcterms:created xsi:type="dcterms:W3CDTF">2020-01-20T13:50:05Z</dcterms:created>
  <dcterms:modified xsi:type="dcterms:W3CDTF">2025-04-16T00:54:42Z</dcterms:modified>
</cp:coreProperties>
</file>
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7"/>
  </p:notesMasterIdLst>
  <p:handoutMasterIdLst>
    <p:handoutMasterId r:id="rId78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9" r:id="rId66"/>
    <p:sldId id="577" r:id="rId67"/>
    <p:sldId id="576" r:id="rId68"/>
    <p:sldId id="527" r:id="rId69"/>
    <p:sldId id="552" r:id="rId70"/>
    <p:sldId id="551" r:id="rId71"/>
    <p:sldId id="529" r:id="rId72"/>
    <p:sldId id="530" r:id="rId73"/>
    <p:sldId id="582" r:id="rId74"/>
    <p:sldId id="583" r:id="rId75"/>
    <p:sldId id="584" r:id="rId7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58" d="100"/>
          <a:sy n="58" d="100"/>
        </p:scale>
        <p:origin x="14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82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/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https://www.kaggle.com/code/ashusma/understanding-tf-lite-and-model-optimization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/>
            </a:r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735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xmlns="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xmlns="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:a16="http://schemas.microsoft.com/office/drawing/2014/main" xmlns="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:a16="http://schemas.microsoft.com/office/drawing/2014/main" xmlns="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xmlns="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:a16="http://schemas.microsoft.com/office/drawing/2014/main" xmlns="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3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netron.app/" TargetMode="Externa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8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xmlns="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xmlns="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:a16="http://schemas.microsoft.com/office/drawing/2014/main" xmlns="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:a16="http://schemas.microsoft.com/office/drawing/2014/main" xmlns="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xmlns="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:a16="http://schemas.microsoft.com/office/drawing/2014/main" xmlns="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xmlns="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:a16="http://schemas.microsoft.com/office/drawing/2014/main" xmlns="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:a16="http://schemas.microsoft.com/office/drawing/2014/main" xmlns="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:a16="http://schemas.microsoft.com/office/drawing/2014/main" xmlns="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:a16="http://schemas.microsoft.com/office/drawing/2014/main" xmlns="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xmlns="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 smtClean="0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 smtClean="0">
                <a:solidFill>
                  <a:srgbClr val="404040"/>
                </a:solidFill>
                <a:latin typeface="DeepSeek-CJK-patch"/>
              </a:rPr>
              <a:t>,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:a16="http://schemas.microsoft.com/office/drawing/2014/main" xmlns="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:a16="http://schemas.microsoft.com/office/drawing/2014/main" xmlns="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xmlns="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xmlns="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xmlns="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xmlns="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modelos: Quantização total do modelo, co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 exceção das entradas e saídas, para manter a interface original.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9A60A1B2-78F9-3548-6FC2-8B05342F2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552" y="1216025"/>
            <a:ext cx="2312140" cy="5343464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xmlns="" id="{5CE19526-EDB1-1A07-E073-940FEB141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565" y="1066800"/>
            <a:ext cx="2587462" cy="5593607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xmlns="" id="{1F3F11BC-5440-CB75-5F2E-FBBAC9055929}"/>
              </a:ext>
            </a:extLst>
          </p:cNvPr>
          <p:cNvSpPr txBox="1"/>
          <p:nvPr/>
        </p:nvSpPr>
        <p:spPr>
          <a:xfrm>
            <a:off x="8408140" y="342900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E10B2ADC-5CF8-719E-81F1-C7CC0432DB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997" y="939955"/>
            <a:ext cx="3993910" cy="5181289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xmlns="" id="{80CB507E-4F73-A165-C547-578208370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28" y="812555"/>
            <a:ext cx="4268473" cy="530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8227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xmlns="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xmlns="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6481EB2B-C5C0-A860-3AAB-A895F113E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724579"/>
            <a:ext cx="9979378" cy="3096326"/>
          </a:xfrm>
        </p:spPr>
      </p:pic>
    </p:spTree>
    <p:extLst>
      <p:ext uri="{BB962C8B-B14F-4D97-AF65-F5344CB8AC3E}">
        <p14:creationId xmlns:p14="http://schemas.microsoft.com/office/powerpoint/2010/main" val="25191308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ponta.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ponta, 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:a16="http://schemas.microsoft.com/office/drawing/2014/main" xmlns="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15955</TotalTime>
  <Words>2280</Words>
  <Application>Microsoft Office PowerPoint</Application>
  <PresentationFormat>Widescreen</PresentationFormat>
  <Paragraphs>328</Paragraphs>
  <Slides>73</Slides>
  <Notes>28</Notes>
  <HiddenSlides>0</HiddenSlides>
  <MMClips>0</MMClips>
  <ScaleCrop>false</ScaleCrop>
  <HeadingPairs>
    <vt:vector size="6" baseType="variant">
      <vt:variant>
        <vt:lpstr>Fontes usadas</vt:lpstr>
      </vt:variant>
      <vt:variant>
        <vt:i4>11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73</vt:i4>
      </vt:variant>
    </vt:vector>
  </HeadingPairs>
  <TitlesOfParts>
    <vt:vector size="87" baseType="lpstr">
      <vt:lpstr>-apple-system</vt:lpstr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Times New Roman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2408</cp:revision>
  <dcterms:created xsi:type="dcterms:W3CDTF">2020-01-20T13:50:05Z</dcterms:created>
  <dcterms:modified xsi:type="dcterms:W3CDTF">2025-04-18T21:29:22Z</dcterms:modified>
</cp:coreProperties>
</file>
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7"/>
  </p:notesMasterIdLst>
  <p:handoutMasterIdLst>
    <p:handoutMasterId r:id="rId78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2" r:id="rId37"/>
    <p:sldId id="538" r:id="rId38"/>
    <p:sldId id="539" r:id="rId39"/>
    <p:sldId id="535" r:id="rId40"/>
    <p:sldId id="533" r:id="rId41"/>
    <p:sldId id="534" r:id="rId42"/>
    <p:sldId id="526" r:id="rId43"/>
    <p:sldId id="528" r:id="rId44"/>
    <p:sldId id="556" r:id="rId45"/>
    <p:sldId id="557" r:id="rId46"/>
    <p:sldId id="558" r:id="rId47"/>
    <p:sldId id="559" r:id="rId48"/>
    <p:sldId id="560" r:id="rId49"/>
    <p:sldId id="561" r:id="rId50"/>
    <p:sldId id="562" r:id="rId51"/>
    <p:sldId id="563" r:id="rId52"/>
    <p:sldId id="564" r:id="rId53"/>
    <p:sldId id="565" r:id="rId54"/>
    <p:sldId id="566" r:id="rId55"/>
    <p:sldId id="567" r:id="rId56"/>
    <p:sldId id="568" r:id="rId57"/>
    <p:sldId id="569" r:id="rId58"/>
    <p:sldId id="570" r:id="rId59"/>
    <p:sldId id="571" r:id="rId60"/>
    <p:sldId id="572" r:id="rId61"/>
    <p:sldId id="573" r:id="rId62"/>
    <p:sldId id="574" r:id="rId63"/>
    <p:sldId id="575" r:id="rId64"/>
    <p:sldId id="578" r:id="rId65"/>
    <p:sldId id="579" r:id="rId66"/>
    <p:sldId id="577" r:id="rId67"/>
    <p:sldId id="576" r:id="rId68"/>
    <p:sldId id="527" r:id="rId69"/>
    <p:sldId id="552" r:id="rId70"/>
    <p:sldId id="551" r:id="rId71"/>
    <p:sldId id="529" r:id="rId72"/>
    <p:sldId id="530" r:id="rId73"/>
    <p:sldId id="582" r:id="rId74"/>
    <p:sldId id="583" r:id="rId75"/>
    <p:sldId id="584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82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3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6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identificar e rastrear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reconhecer fala humana,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entender e responder a texto natural,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analisar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</a:t>
            </a:r>
            <a:r>
              <a:rPr lang="pt-BR" dirty="0" err="1"/>
              <a:t>TensorFlow</a:t>
            </a:r>
            <a:r>
              <a:rPr lang="pt-BR" dirty="0"/>
              <a:t> Lite é representado em um formato aberto especial e eficiente conhecido como </a:t>
            </a:r>
            <a:r>
              <a:rPr lang="pt-BR" dirty="0" err="1"/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 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 </a:t>
            </a: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Por padrão, todos os modelos contêm metadados. Utiliza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modelos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pré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treinados.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Quando utiliza outros frameworks é necessário converter primeiro para o </a:t>
            </a:r>
            <a:r>
              <a:rPr lang="pt-BR" sz="18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Como o </a:t>
            </a:r>
            <a:r>
              <a:rPr lang="pt-BR" dirty="0" err="1"/>
              <a:t>tensorflow</a:t>
            </a:r>
            <a:r>
              <a:rPr lang="pt-BR" dirty="0"/>
              <a:t> lite roda em dispositivos em </a:t>
            </a:r>
            <a:r>
              <a:rPr lang="pt-BR" dirty="0" err="1"/>
              <a:t>emabarcados</a:t>
            </a:r>
            <a:r>
              <a:rPr lang="pt-BR" dirty="0"/>
              <a:t>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definindo parâmetros individuais como zero e tornando a rede esparsa. Isso reduziria o número de parâmetros no modelo, mantendo a mesma arquitetura.</a:t>
            </a:r>
          </a:p>
          <a:p>
            <a:pPr lvl="1"/>
            <a:r>
              <a:rPr lang="pt-BR" dirty="0"/>
              <a:t> (2) Você pode remover nós inteiros da rede. Isso tornaria a própria arquitetura da rede menor, ao mesmo tempo que visava manter a precisão da rede inicial maior.</a:t>
            </a:r>
          </a:p>
        </p:txBody>
      </p:sp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3" name="Espaço Reservado para Conteúdo 12">
            <a:extLst>
              <a:ext uri="{FF2B5EF4-FFF2-40B4-BE49-F238E27FC236}">
                <a16:creationId xmlns:a16="http://schemas.microsoft.com/office/drawing/2014/main" id="{EAC1090C-D9CA-25EE-436B-18F72CCC87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32000" y="2688650"/>
            <a:ext cx="6839384" cy="2876931"/>
          </a:xfr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BFE557-71C9-7AEA-425B-CFDF1E9E5A7C}"/>
              </a:ext>
            </a:extLst>
          </p:cNvPr>
          <p:cNvSpPr txBox="1"/>
          <p:nvPr/>
        </p:nvSpPr>
        <p:spPr>
          <a:xfrm>
            <a:off x="948267" y="946986"/>
            <a:ext cx="8669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Remover um peso é essencialmente defini-lo como zero. Você pode minimizar o efeito na rede removendo pesos que já estão próximos de zero, ou seja, de magnitude baixa. Isto pode ser implementado removendo todos os pesos abaixo de um determinado limite.</a:t>
            </a:r>
          </a:p>
        </p:txBody>
      </p:sp>
    </p:spTree>
    <p:extLst>
      <p:ext uri="{BB962C8B-B14F-4D97-AF65-F5344CB8AC3E}">
        <p14:creationId xmlns:p14="http://schemas.microsoft.com/office/powerpoint/2010/main" val="29360376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A redundância de parâmetros pode significar que um neurônio pode ser removido. Se dois neurônios em uma camada tiverem pesos ou ativações muito semelhantes, isso pode significar que estão fazendo a mesma coisa. 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de ponto flutuante de 32 bits.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Perda de precisão pela quantização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apenas alguns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kilobytes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a finalidade de implantar o modelo de aprendizado de máquina em dispositivos embarcados, ele também é chamado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TinyML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é uma das estruturas de aprendizado profundo comumente usadas e, a partir da versão 2.x, eles oferecem alguns recursos de aprendizado de máquina para sistemas embarcados por meio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Ao contrário do processador móvel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 microcontrolador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tem baixo consumo de energia e pode ser implantado de várias formas em produtos do cliente, como geladeira, máquina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com muitos processadores baseados na arquitetura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Arm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Series e foi portado a outras arquiteturas, incluindo ESP32. O framework está disponível como uma biblioteca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15344</TotalTime>
  <Words>2299</Words>
  <Application>Microsoft Office PowerPoint</Application>
  <PresentationFormat>Widescreen</PresentationFormat>
  <Paragraphs>283</Paragraphs>
  <Slides>73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2350</cp:revision>
  <dcterms:created xsi:type="dcterms:W3CDTF">2020-01-20T13:50:05Z</dcterms:created>
  <dcterms:modified xsi:type="dcterms:W3CDTF">2025-04-15T01:31:51Z</dcterms:modified>
</cp:coreProperties>
</file>
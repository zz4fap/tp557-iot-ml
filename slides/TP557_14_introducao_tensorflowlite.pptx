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88" r:id="rId68"/>
    <p:sldId id="551" r:id="rId69"/>
    <p:sldId id="529" r:id="rId70"/>
    <p:sldId id="527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636" autoAdjust="0"/>
  </p:normalViewPr>
  <p:slideViewPr>
    <p:cSldViewPr snapToGrid="0">
      <p:cViewPr varScale="1">
        <p:scale>
          <a:sx n="88" d="100"/>
          <a:sy n="88" d="100"/>
        </p:scale>
        <p:origin x="1794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https://www.kaggle.com/code/ashusma/understanding-tf-lite-and-model-optimization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https://colab.research.google.com/github/zz4fap/tp557-iot-ml/blob/main/examples/pruning_with_keras.ipynb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29173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do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3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7.jp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in/examples/pruning_with_keras.ipynb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colab.research.google.com/github/zz4fap/tp557-iot-ml/blob/main/examples/clustering_example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universe.roboflow.com/" TargetMode="External"/><Relationship Id="rId4" Type="http://schemas.openxmlformats.org/officeDocument/2006/relationships/hyperlink" Target="https://www.kaggle.com/datasets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Baixo consumo de energia;</a:t>
            </a:r>
          </a:p>
          <a:p>
            <a:pPr lvl="1"/>
            <a:r>
              <a:rPr lang="pt-BR" dirty="0"/>
              <a:t>Baixo poder computacional;</a:t>
            </a:r>
          </a:p>
          <a:p>
            <a:pPr lvl="1"/>
            <a:r>
              <a:rPr lang="pt-BR" dirty="0"/>
              <a:t>Baixo custo.</a:t>
            </a:r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1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139887" y="4874272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EF0266-626E-886A-6BFE-977D50E50285}"/>
              </a:ext>
            </a:extLst>
          </p:cNvPr>
          <p:cNvCxnSpPr/>
          <p:nvPr/>
        </p:nvCxnSpPr>
        <p:spPr>
          <a:xfrm flipV="1">
            <a:off x="7717971" y="5243604"/>
            <a:ext cx="805543" cy="6281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29800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TensorFlow Lite é um </a:t>
            </a:r>
            <a:r>
              <a:rPr lang="pt-BR" sz="2000" b="1" i="1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conjunto de ferramentas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que ajuda os desenvolvedores a </a:t>
            </a:r>
            <a:r>
              <a:rPr lang="pt-BR" sz="2000" b="1" i="1" dirty="0">
                <a:solidFill>
                  <a:srgbClr val="7030A0"/>
                </a:solidFill>
                <a:effectLst/>
                <a:cs typeface="Arial" panose="020B0604020202020204" pitchFamily="34" charset="0"/>
              </a:rPr>
              <a:t>executar modelos de machine learning em dispositivos embarcados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(móveis e IoT).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553" y="2374040"/>
            <a:ext cx="7734855" cy="3798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é uma biblioteca de aprendizado de máquina geral que pode ser usada para </a:t>
            </a:r>
            <a:r>
              <a:rPr lang="pt-BR" sz="2000" b="1" i="1" dirty="0">
                <a:solidFill>
                  <a:srgbClr val="7030A0"/>
                </a:solidFill>
                <a:effectLst/>
                <a:ea typeface="Calibri" panose="020F0502020204030204" pitchFamily="34" charset="0"/>
                <a:cs typeface="Arial" panose="020B0604020202020204" pitchFamily="34" charset="0"/>
              </a:rPr>
              <a:t>treinar, implantar e executar modelos de aprendizado de máquina em uma variedade de plataformas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, incluindo computadores, dispositivos móveis e dispositivos embarcados.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Lite é uma versão reduzida do TensorFlow que é otimizada para desempenho e eficiência em dispositivos embarcados.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1" b="11127"/>
          <a:stretch/>
        </p:blipFill>
        <p:spPr bwMode="auto">
          <a:xfrm>
            <a:off x="1960240" y="3530600"/>
            <a:ext cx="7415242" cy="3008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com menor tamanho,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embarcado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formato aberto 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permitindo interoperabilidade entre frameworks 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modelos: Quantização total do modelo, com exceção das entradas e saídas, para manter a interface original.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Exemplos de clusterização e poda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0"/>
            <a:ext cx="11565775" cy="4330419"/>
          </a:xfrm>
        </p:spPr>
        <p:txBody>
          <a:bodyPr>
            <a:noAutofit/>
          </a:bodyPr>
          <a:lstStyle/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Prunning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https://colab.research.google.com/github/zz4fap/tp557-iot-ml/blob/main/examples/pruning_with_keras.ipynb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Clusterização: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://colab.research.google.com/github/zz4fap/tp557-iot-ml/blob/main/examples/clustering_example.ipynb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12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borda,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63474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guiado: classificação de grãos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durante 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ou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https://www.kaggle.com/datasets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https://universe.roboflow.com/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para casa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16268</TotalTime>
  <Words>2935</Words>
  <Application>Microsoft Office PowerPoint</Application>
  <PresentationFormat>Widescreen</PresentationFormat>
  <Paragraphs>330</Paragraphs>
  <Slides>72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5" baseType="lpstr">
      <vt:lpstr>-apple-system</vt:lpstr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Exemplos de clusterização e poda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2436</cp:revision>
  <dcterms:created xsi:type="dcterms:W3CDTF">2020-01-20T13:50:05Z</dcterms:created>
  <dcterms:modified xsi:type="dcterms:W3CDTF">2025-05-20T01:05:19Z</dcterms:modified>
</cp:coreProperties>
</file>
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4"/>
  </p:notesMasterIdLst>
  <p:handoutMasterIdLst>
    <p:handoutMasterId r:id="rId45"/>
  </p:handoutMasterIdLst>
  <p:sldIdLst>
    <p:sldId id="256" r:id="rId3"/>
    <p:sldId id="583" r:id="rId4"/>
    <p:sldId id="591" r:id="rId5"/>
    <p:sldId id="586" r:id="rId6"/>
    <p:sldId id="587" r:id="rId7"/>
    <p:sldId id="588" r:id="rId8"/>
    <p:sldId id="589" r:id="rId9"/>
    <p:sldId id="590" r:id="rId10"/>
    <p:sldId id="585" r:id="rId11"/>
    <p:sldId id="592" r:id="rId12"/>
    <p:sldId id="599" r:id="rId13"/>
    <p:sldId id="601" r:id="rId14"/>
    <p:sldId id="604" r:id="rId15"/>
    <p:sldId id="606" r:id="rId16"/>
    <p:sldId id="607" r:id="rId17"/>
    <p:sldId id="603" r:id="rId18"/>
    <p:sldId id="608" r:id="rId19"/>
    <p:sldId id="609" r:id="rId20"/>
    <p:sldId id="610" r:id="rId21"/>
    <p:sldId id="611" r:id="rId22"/>
    <p:sldId id="616" r:id="rId23"/>
    <p:sldId id="614" r:id="rId24"/>
    <p:sldId id="613" r:id="rId25"/>
    <p:sldId id="615" r:id="rId26"/>
    <p:sldId id="617" r:id="rId27"/>
    <p:sldId id="621" r:id="rId28"/>
    <p:sldId id="622" r:id="rId29"/>
    <p:sldId id="618" r:id="rId30"/>
    <p:sldId id="623" r:id="rId31"/>
    <p:sldId id="624" r:id="rId32"/>
    <p:sldId id="625" r:id="rId33"/>
    <p:sldId id="627" r:id="rId34"/>
    <p:sldId id="628" r:id="rId35"/>
    <p:sldId id="629" r:id="rId36"/>
    <p:sldId id="630" r:id="rId37"/>
    <p:sldId id="631" r:id="rId38"/>
    <p:sldId id="632" r:id="rId39"/>
    <p:sldId id="633" r:id="rId40"/>
    <p:sldId id="634" r:id="rId41"/>
    <p:sldId id="584" r:id="rId42"/>
    <p:sldId id="626" r:id="rId4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23/05/2025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945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0BE52-DE05-5694-A691-017DC595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32F6667-9234-132D-52FF-EDA2CD6EE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180FC65-EC03-910B-EAEE-9F6A420E3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D30845-8209-8C5B-9D69-209AB0295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77495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DE323-B388-AEB5-6259-3DB4792D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84F0570-8145-7D7D-CA44-0169957C5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A7BF6B-2C34-4D57-710B-243AF68B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329F7F-634E-79DC-EA99-0E58B9FB4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20475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0C4F9-7444-8C63-0E30-55D9AA661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61F10B-4431-2118-1C7B-CDDEC29AE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15B89-E3FC-4F5C-1A44-F8EEB2C8E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9FA2686-1ECE-8D62-EF3F-72F740A70B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774997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8A004-0DFD-6481-C4DC-442D5CC8B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CBA664-10B1-21B2-5C8D-97A62CB07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E81696-55D4-B940-4A05-E60FAD1D40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8EBD7C-869A-9BA1-9AC6-A18588FC3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8943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35583-97C1-719E-B6FC-2E5AFC13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D1F9D3A-11BF-15EC-0CF5-07B608B60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623D173-520F-2F8B-D9E8-86FC42316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8CD7DF-17BE-A0B0-D5A2-7353E8D9B0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0243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D258B-8B22-09AF-3398-87F2403C9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7CB1A2C-B5E1-2D2F-CDB2-88782CF1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C85CE0-950A-411C-1311-7EAEE9BD9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3C6A19D-93F4-016F-54C0-E6927B2244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28753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11131-0911-C6FC-56CC-DD615878B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D81BC7-6E87-7368-97A2-858E9E212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AD5F9DF-443A-D887-8EFF-04037260B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67B980C-58AD-592F-6BF9-3F8893D23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8844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40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coletado por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1" y="2668970"/>
            <a:ext cx="9711958" cy="231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Série temporal: cada amostra tem correlação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processar janelas que capturem pelo menos um ciclo de movimento, por exemplo, 2 </a:t>
            </a:r>
            <a:r>
              <a:rPr lang="pt-BR" sz="1734">
                <a:ea typeface="Calibri" panose="020F0502020204030204" pitchFamily="34" charset="0"/>
                <a:cs typeface="Arial" panose="020B0604020202020204" pitchFamily="34" charset="0"/>
              </a:rPr>
              <a:t>segundos.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375 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todas os atributos de entrada e compreender cada janela.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6558456" y="3830565"/>
            <a:ext cx="52656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extração de atributos de forma automática,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extrair alguns atributos manualmente.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864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Divide-se 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 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projetaremos, treinaremos e testaremos o modelo.</a:t>
            </a: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F69231-2866-FF08-E524-556A4C80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928" y="1358916"/>
            <a:ext cx="7575615" cy="53370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64276B45-B639-0112-4833-6DB223B08125}"/>
              </a:ext>
            </a:extLst>
          </p:cNvPr>
          <p:cNvSpPr/>
          <p:nvPr/>
        </p:nvSpPr>
        <p:spPr>
          <a:xfrm>
            <a:off x="1270382" y="4477406"/>
            <a:ext cx="315310" cy="23122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C28F66-518D-0A9D-0DE3-F59BFD1E7042}"/>
              </a:ext>
            </a:extLst>
          </p:cNvPr>
          <p:cNvSpPr/>
          <p:nvPr/>
        </p:nvSpPr>
        <p:spPr>
          <a:xfrm>
            <a:off x="4281211" y="2820273"/>
            <a:ext cx="1481959" cy="7838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B3B50-641C-D39E-5D35-0E2C2E3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2FA6A6-CC6F-86A5-7700-8E6273742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239EB79-C393-5E15-891F-C0AE56E85D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9DA7DB3-4A01-304C-C577-BB14A98B6A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53E708E-20B4-4655-47E7-F9A1DB0F6FB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569EB4-95DE-4760-AA8E-06523C9C1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508" y="1358916"/>
            <a:ext cx="9387840" cy="47653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5FE6851-7214-3CC7-EB40-5618BF764637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796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ADA96-DA73-2CD2-1D6A-3ADC276E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F78C56-71B2-0D23-BB3C-017243F5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77EF25F-171D-8898-E9DD-63F407A7BB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50E8242-FC8C-4525-943B-2980C27619C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8FD4278-E860-C7D8-5F10-07B285CEDD0E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5CA263-0E23-0B42-C3DF-C7FAA4DDF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952" y="1437773"/>
            <a:ext cx="8304030" cy="466873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118F9CB-CE59-6D8F-A37E-EB555C6759AC}"/>
              </a:ext>
            </a:extLst>
          </p:cNvPr>
          <p:cNvSpPr/>
          <p:nvPr/>
        </p:nvSpPr>
        <p:spPr>
          <a:xfrm>
            <a:off x="4088524" y="1741214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741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424A6-3D35-1C9B-5272-C70A237F5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942C1A-85B1-1839-A772-7C6A1A047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A712374-64B6-060D-FC8C-33374DAAC4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C25FC0B-6DF5-02C0-B681-98E351CBBB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5497CEC-6D2C-F93C-6467-85D5DB578587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B75B9E-3749-627C-BF96-D3D9B93E4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072" y="1358917"/>
            <a:ext cx="8434812" cy="47422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FB107BA-3083-06CB-92CB-A7C685FF32D0}"/>
              </a:ext>
            </a:extLst>
          </p:cNvPr>
          <p:cNvSpPr/>
          <p:nvPr/>
        </p:nvSpPr>
        <p:spPr>
          <a:xfrm>
            <a:off x="2764221" y="2561021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6208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64F69-23ED-E5B5-845B-DDB5C40B7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37F0A9-E046-41F1-C71F-46F8DAE37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FCEA513A-B79A-2CE2-6511-F5C8237EB7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D84B88CE-F6EF-F32E-B263-70EE0BF4A8B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93C04AC-5866-8EA8-A6EC-4BD39C5C585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FE912D-4A25-B612-D137-E8EE17130C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731" y="1481401"/>
            <a:ext cx="8334703" cy="468598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28ED91-6161-7C61-DF93-E760EFA0C4AA}"/>
              </a:ext>
            </a:extLst>
          </p:cNvPr>
          <p:cNvSpPr/>
          <p:nvPr/>
        </p:nvSpPr>
        <p:spPr>
          <a:xfrm>
            <a:off x="6400800" y="3621192"/>
            <a:ext cx="1765738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864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94073-9196-424F-F7B0-BF301D771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EBEEDB-AFAD-5AED-852F-79A49DFE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BC0E396-72AF-77BC-ED14-432C96B79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99BCAFB7-A306-C9ED-3A4D-D284C17D54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3B622E3-0EC3-F7D0-2080-FD9C5C0138E0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DE2220-F585-6298-386A-30DE19E292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8179" y="1403408"/>
            <a:ext cx="8313430" cy="467402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0E6C035-3538-D71F-EFE6-089DA86A5DF4}"/>
              </a:ext>
            </a:extLst>
          </p:cNvPr>
          <p:cNvSpPr/>
          <p:nvPr/>
        </p:nvSpPr>
        <p:spPr>
          <a:xfrm>
            <a:off x="1198179" y="1715632"/>
            <a:ext cx="2543504" cy="2392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68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AC065A-5C37-D25D-F2DA-B71AFD08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0B7A91-C5BA-9FF9-E497-0941A195D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405533E9-EE15-D1D5-2ACE-5E5A1D2557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438CE793-3637-4B0C-9B87-7EBD06892F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77F500F-66C5-CA27-2171-F80165B6C641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F71849-7BE9-7D99-1F29-870EAB32F6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978" y="1403408"/>
            <a:ext cx="8100190" cy="45541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39E6E91-E277-B6E1-8402-17CE2A894540}"/>
              </a:ext>
            </a:extLst>
          </p:cNvPr>
          <p:cNvSpPr/>
          <p:nvPr/>
        </p:nvSpPr>
        <p:spPr>
          <a:xfrm>
            <a:off x="6537436" y="4952817"/>
            <a:ext cx="3065732" cy="6386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7938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61EBB-1D6A-A83F-630E-B5983584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CE4E54-D72A-2D58-E835-D464E7F2A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E4B08894-F76B-8B31-7E66-9973A71F62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4344071-C5C8-4DDB-FE2C-3AC6AEB71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1DBF995-AB95-22CA-713C-D26BD332057B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F7D230B-C416-0797-60DD-BD63476E4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937" y="1403408"/>
            <a:ext cx="8282151" cy="46564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717B127-B55C-9CF1-0604-612000FA9691}"/>
              </a:ext>
            </a:extLst>
          </p:cNvPr>
          <p:cNvSpPr/>
          <p:nvPr/>
        </p:nvSpPr>
        <p:spPr>
          <a:xfrm>
            <a:off x="2806262" y="2385849"/>
            <a:ext cx="1534510" cy="1786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4464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/>
              <a:t>Referências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16004</TotalTime>
  <Words>1080</Words>
  <Application>Microsoft Office PowerPoint</Application>
  <PresentationFormat>Widescreen</PresentationFormat>
  <Paragraphs>185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2405</cp:revision>
  <dcterms:created xsi:type="dcterms:W3CDTF">2020-01-20T13:50:05Z</dcterms:created>
  <dcterms:modified xsi:type="dcterms:W3CDTF">2025-05-23T11:42:21Z</dcterms:modified>
</cp:coreProperties>
</file>
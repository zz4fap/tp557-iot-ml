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7"/>
  </p:notesMasterIdLst>
  <p:handoutMasterIdLst>
    <p:handoutMasterId r:id="rId38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4" r:id="rId15"/>
    <p:sldId id="606" r:id="rId16"/>
    <p:sldId id="607" r:id="rId17"/>
    <p:sldId id="603" r:id="rId18"/>
    <p:sldId id="608" r:id="rId19"/>
    <p:sldId id="609" r:id="rId20"/>
    <p:sldId id="610" r:id="rId21"/>
    <p:sldId id="611" r:id="rId22"/>
    <p:sldId id="616" r:id="rId23"/>
    <p:sldId id="614" r:id="rId24"/>
    <p:sldId id="613" r:id="rId25"/>
    <p:sldId id="615" r:id="rId26"/>
    <p:sldId id="617" r:id="rId27"/>
    <p:sldId id="621" r:id="rId28"/>
    <p:sldId id="622" r:id="rId29"/>
    <p:sldId id="618" r:id="rId30"/>
    <p:sldId id="623" r:id="rId31"/>
    <p:sldId id="624" r:id="rId32"/>
    <p:sldId id="625" r:id="rId33"/>
    <p:sldId id="627" r:id="rId34"/>
    <p:sldId id="584" r:id="rId35"/>
    <p:sldId id="626" r:id="rId3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todas os atributos de entrada e compreender cada janela.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351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</a:t>
            </a:r>
            <a:r>
              <a:rPr lang="pt-BR"/>
              <a:t>BLE nano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/>
              <a:t>Referências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15972</TotalTime>
  <Words>1002</Words>
  <Application>Microsoft Office PowerPoint</Application>
  <PresentationFormat>Widescreen</PresentationFormat>
  <Paragraphs>164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2393</cp:revision>
  <dcterms:created xsi:type="dcterms:W3CDTF">2020-01-20T13:50:05Z</dcterms:created>
  <dcterms:modified xsi:type="dcterms:W3CDTF">2025-05-22T14:12:38Z</dcterms:modified>
</cp:coreProperties>
</file>
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0" r:id="rId15"/>
    <p:sldId id="593" r:id="rId16"/>
    <p:sldId id="594" r:id="rId17"/>
    <p:sldId id="595" r:id="rId18"/>
    <p:sldId id="596" r:id="rId19"/>
    <p:sldId id="597" r:id="rId20"/>
    <p:sldId id="598" r:id="rId21"/>
    <p:sldId id="584" r:id="rId2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 smtClean="0">
              <a:solidFill>
                <a:srgbClr val="FF0000"/>
              </a:solidFill>
            </a:endParaRPr>
          </a:p>
          <a:p>
            <a:r>
              <a:rPr lang="pt-BR" dirty="0" smtClean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 smtClean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12718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9817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103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18137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69510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2747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=""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=""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=""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=""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=""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uma base de dados com uso do celular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erguido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mar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</a:t>
            </a: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 smtClean="0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362389"/>
            <a:ext cx="10011378" cy="453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9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8552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Hz, i.e. 62.5 amostras por segundo.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Tempo de janela de 2 segundos. Possibilidade de pegar pelo menos 2 ciclos completos.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2*62,5 = 125 amostras por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eixo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375 valores de entrada.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226A6266-4F96-A9EE-A327-C4A981C953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165" y="2344202"/>
            <a:ext cx="3132091" cy="177561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="" xmlns:a16="http://schemas.microsoft.com/office/drawing/2014/main" id="{CBE89270-4C86-1A06-BB71-909DD12DB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058" y="2238375"/>
            <a:ext cx="642937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6648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375 valores de entrada.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Rede neural mais complexa.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convolucional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Custo energético mais alto para embarcado.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="" xmlns:a16="http://schemas.microsoft.com/office/drawing/2014/main" id="{07870545-4F2D-B338-1639-8D24A1522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0566" y="2238375"/>
            <a:ext cx="5416867" cy="200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1458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Solução: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Pré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processamento dos dados.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Valores RMS das três curvas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3876BA1F-0314-9771-20B7-DAEE6955E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833" y="3055444"/>
            <a:ext cx="4943475" cy="1524000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="" xmlns:a16="http://schemas.microsoft.com/office/drawing/2014/main" id="{CF338048-EB3D-C9A4-2D47-CD7735A5E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58" y="2904419"/>
            <a:ext cx="642937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8366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Solução: Pré-processamento dos dados.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Calculo da FFT das curvas: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Pegar a frequência e a amplitude da fundamental mais duas harmônicas por eixo: 9 valores de amplitude e 9 frequências: 18 valores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E34DDF80-3AF4-098B-D371-5E05913D7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2" y="3530600"/>
            <a:ext cx="3676474" cy="2911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262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Solução: Pré-processamento dos dados.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Calcular a densidade espectral de potência (PSD) : 4 regiões* 3 eixos= 12 valores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AA943D34-6194-3573-A1F3-15277F095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7229" y="2440094"/>
            <a:ext cx="3827171" cy="37314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25B0EB0A-63CF-B662-F66B-F677CAAE52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904874"/>
            <a:ext cx="5113867" cy="261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207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 este exemplo ficamos com uma rede neural com: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33 entradas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Camadas densas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4 saídas:  Parado, sendo erguido, no mar, no caminhão.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059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de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3929" y="3567797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15763</TotalTime>
  <Words>494</Words>
  <Application>Microsoft Office PowerPoint</Application>
  <PresentationFormat>Widescreen</PresentationFormat>
  <Paragraphs>125</Paragraphs>
  <Slides>20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Apresentação do PowerPoint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2359</cp:revision>
  <dcterms:created xsi:type="dcterms:W3CDTF">2020-01-20T13:50:05Z</dcterms:created>
  <dcterms:modified xsi:type="dcterms:W3CDTF">2025-04-20T17:31:51Z</dcterms:modified>
</cp:coreProperties>
</file>
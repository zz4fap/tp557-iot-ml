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7"/>
  </p:notesMasterIdLst>
  <p:handoutMasterIdLst>
    <p:handoutMasterId r:id="rId38"/>
  </p:handoutMasterIdLst>
  <p:sldIdLst>
    <p:sldId id="256" r:id="rId3"/>
    <p:sldId id="583" r:id="rId4"/>
    <p:sldId id="591" r:id="rId5"/>
    <p:sldId id="586" r:id="rId6"/>
    <p:sldId id="587" r:id="rId7"/>
    <p:sldId id="588" r:id="rId8"/>
    <p:sldId id="589" r:id="rId9"/>
    <p:sldId id="590" r:id="rId10"/>
    <p:sldId id="585" r:id="rId11"/>
    <p:sldId id="592" r:id="rId12"/>
    <p:sldId id="599" r:id="rId13"/>
    <p:sldId id="601" r:id="rId14"/>
    <p:sldId id="604" r:id="rId15"/>
    <p:sldId id="606" r:id="rId16"/>
    <p:sldId id="607" r:id="rId17"/>
    <p:sldId id="603" r:id="rId18"/>
    <p:sldId id="608" r:id="rId19"/>
    <p:sldId id="609" r:id="rId20"/>
    <p:sldId id="610" r:id="rId21"/>
    <p:sldId id="611" r:id="rId22"/>
    <p:sldId id="616" r:id="rId23"/>
    <p:sldId id="614" r:id="rId24"/>
    <p:sldId id="613" r:id="rId25"/>
    <p:sldId id="615" r:id="rId26"/>
    <p:sldId id="617" r:id="rId27"/>
    <p:sldId id="621" r:id="rId28"/>
    <p:sldId id="622" r:id="rId29"/>
    <p:sldId id="618" r:id="rId30"/>
    <p:sldId id="623" r:id="rId31"/>
    <p:sldId id="624" r:id="rId32"/>
    <p:sldId id="625" r:id="rId33"/>
    <p:sldId id="627" r:id="rId34"/>
    <p:sldId id="584" r:id="rId35"/>
    <p:sldId id="626" r:id="rId3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91" d="100"/>
          <a:sy n="91" d="100"/>
        </p:scale>
        <p:origin x="167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9452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6868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https://github.com/Mjrovai/UNIFEI-IESTI01-TinyML/blob/main/00_Curse_Folder/2_Applications_Deploy/Class_20/EI_Studio-Spectral_Analysis-Updated_March-23.pdf</a:t>
            </a:r>
          </a:p>
          <a:p>
            <a:r>
              <a:rPr lang="pt-BR" baseline="0" dirty="0"/>
              <a:t>[2] https://colab.research.google.com/github/Mjrovai/TinyML4D/blob/main/SciTinyM-2023/Edge_Impulse-Spectral_Analysis_Block/Edge_Impulse_Spectral_Analysis_Block_V3.ipynb#scrollTo=09cf0268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1BF9-F54A-1B0F-EE69-B5551D50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B39AAC-FDEB-3D1A-DDD4-25CE9357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5182E01-5367-476F-0ED9-DA19C84F0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34AB70-7CEB-A581-5E5A-1DAEE5A72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15503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514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Mjrovai/TinyML4D/blob/main/SciTinyM-2023/Edge_Impulse-Spectral_Analysis_Block/Edge_Impulse_Spectral_Analysis_Block_V3.ipynb#scrollTo=09cf0268" TargetMode="External"/><Relationship Id="rId4" Type="http://schemas.openxmlformats.org/officeDocument/2006/relationships/hyperlink" Target="https://github.com/Mjrovai/UNIFEI-IESTI01-TinyML/blob/main/00_Curse_Folder/2_Applications_Deploy/Class_20/EI_Studio-Spectral_Analysis-Updated_March-2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407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dado coletado por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Aplicação: 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421" y="2668970"/>
            <a:ext cx="9711958" cy="2312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Série temporal: cada amostra tem correlação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processar janelas que capturem pelo menos um ciclo de movimento, por exemplo, 2 </a:t>
            </a:r>
            <a:r>
              <a:rPr lang="pt-BR" sz="1734">
                <a:ea typeface="Calibri" panose="020F0502020204030204" pitchFamily="34" charset="0"/>
                <a:cs typeface="Arial" panose="020B0604020202020204" pitchFamily="34" charset="0"/>
              </a:rPr>
              <a:t>segundos.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375 atributos de entrada!</a:t>
            </a: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Precisamos de uma rede complexa (e.g., LSTM) para processar todas os atributos de entrada e compreender cada janela.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 consequência é que o modelo consome mais 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6558456" y="3830565"/>
            <a:ext cx="52656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Ao invés de termos uma rede muito complexa que faça a extração de atributos de forma automática,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pré</a:t>
            </a:r>
            <a:r>
              <a:rPr lang="pt-BR" sz="2400" b="1" i="1" dirty="0">
                <a:solidFill>
                  <a:srgbClr val="0070C0"/>
                </a:solidFill>
              </a:rPr>
              <a:t>-processar os dados e extrair alguns atributos manualmente.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8645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>
                <a:solidFill>
                  <a:srgbClr val="0070C0"/>
                </a:solidFill>
              </a:rPr>
            </a:br>
            <a:r>
              <a:rPr lang="pt-BR" sz="2400" b="1" i="1" dirty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3. Etapa do pré-processamento: Densidade espectral de potência.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Divide-se a largura de banda em 4 e calcula-se a densidade de potência para cada região. Assim, temos 4 regiões * 3 eixos = 12 atributos.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076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222828" y="3860240"/>
            <a:ext cx="24436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 rede neural terá 33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de dados no Edge Impulse com o acelerômetro do celular.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Caminhão</a:t>
              </a:r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projetaremos, treinaremos e testaremos o modelo.</a:t>
            </a: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7. Converter o modelo, fazer o </a:t>
            </a:r>
            <a:r>
              <a:rPr lang="pt-BR" dirty="0" err="1"/>
              <a:t>deploy</a:t>
            </a:r>
            <a:r>
              <a:rPr lang="pt-BR" dirty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EC5E17-9C5B-F834-50C3-1134723E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4F848A-34E6-1C1C-AED1-51DD66C1D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A3A5285D-7A67-471D-2E36-2B0851765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B770A70B-B268-D8D4-8AE9-E112A4C91D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354EEB1-E944-E116-9EE9-653EFCB4E72F}"/>
              </a:ext>
            </a:extLst>
          </p:cNvPr>
          <p:cNvSpPr txBox="1"/>
          <p:nvPr/>
        </p:nvSpPr>
        <p:spPr>
          <a:xfrm>
            <a:off x="2206488" y="989584"/>
            <a:ext cx="351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</a:t>
            </a:r>
            <a:r>
              <a:rPr lang="pt-BR"/>
              <a:t>BLE nano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1428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do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Spectral</a:t>
            </a:r>
            <a:r>
              <a:rPr lang="pt-BR" dirty="0"/>
              <a:t> </a:t>
            </a:r>
            <a:r>
              <a:rPr lang="pt-BR" dirty="0" err="1"/>
              <a:t>Analysis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433313" cy="43304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/>
              <a:t>Referências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[1] </a:t>
            </a:r>
            <a:r>
              <a:rPr lang="pt-BR" sz="2000" dirty="0">
                <a:hlinkClick r:id="rId4"/>
              </a:rPr>
              <a:t>https://github.com/Mjrovai/UNIFEI-IESTI01-TinyML/blob/main/00_Curse_Folder/2_Applications_Deploy/Class_20/EI_Studio-Spectral_Analysis-Updated_March-23.pdf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[2] </a:t>
            </a:r>
            <a:r>
              <a:rPr lang="pt-BR" sz="2000" dirty="0">
                <a:hlinkClick r:id="rId5"/>
              </a:rPr>
              <a:t>https://colab.research.google.com/github/Mjrovai/TinyML4D/blob/main/SciTinyM-2023/Edge_Impulse-Spectral_Analysis_Block/Edge_Impulse_Spectral_Analysis_Block_V3.ipynb#scrollTo=09cf0268</a:t>
            </a:r>
            <a:endParaRPr lang="pt-BR" sz="2000" dirty="0"/>
          </a:p>
          <a:p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232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15970</TotalTime>
  <Words>1002</Words>
  <Application>Microsoft Office PowerPoint</Application>
  <PresentationFormat>Widescreen</PresentationFormat>
  <Paragraphs>164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  <vt:lpstr>Spectral Analysis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2393</cp:revision>
  <dcterms:created xsi:type="dcterms:W3CDTF">2020-01-20T13:50:05Z</dcterms:created>
  <dcterms:modified xsi:type="dcterms:W3CDTF">2025-05-22T14:10:38Z</dcterms:modified>
</cp:coreProperties>
</file>
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5"/>
  </p:notesMasterIdLst>
  <p:handoutMasterIdLst>
    <p:handoutMasterId r:id="rId36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584" r:id="rId3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6" d="100"/>
          <a:sy n="96" d="100"/>
        </p:scale>
        <p:origin x="147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 smtClean="0">
              <a:solidFill>
                <a:srgbClr val="FF0000"/>
              </a:solidFill>
            </a:endParaRPr>
          </a:p>
          <a:p>
            <a:r>
              <a:rPr lang="pt-BR" dirty="0" smtClean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 smtClean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=""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=""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=""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=""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=""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Aplicação: Classificação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erguido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mar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</a:t>
            </a: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 smtClean="0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7030A0"/>
                </a:solidFill>
              </a:rPr>
              <a:t>375 atributos de entrada!</a:t>
            </a:r>
            <a:endParaRPr lang="pt-BR" sz="2400" b="1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A consequência é que o modelo consome </a:t>
            </a:r>
            <a:r>
              <a:rPr lang="pt-BR" sz="2400" b="1" i="1" dirty="0">
                <a:solidFill>
                  <a:srgbClr val="0070C0"/>
                </a:solidFill>
              </a:rPr>
              <a:t>mais </a:t>
            </a:r>
            <a:r>
              <a:rPr lang="pt-BR" sz="2400" b="1" i="1" dirty="0" smtClean="0">
                <a:solidFill>
                  <a:srgbClr val="0070C0"/>
                </a:solidFill>
              </a:rPr>
              <a:t>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 smtClean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</a:t>
            </a:r>
            <a:r>
              <a:rPr lang="pt-BR" sz="2400" b="1" i="1" dirty="0" err="1" smtClean="0">
                <a:solidFill>
                  <a:srgbClr val="0070C0"/>
                </a:solidFill>
              </a:rPr>
              <a:t>ré</a:t>
            </a:r>
            <a:r>
              <a:rPr lang="pt-BR" sz="2400" b="1" i="1" dirty="0" smtClean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 smtClean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 smtClean="0">
                <a:solidFill>
                  <a:srgbClr val="0070C0"/>
                </a:solidFill>
              </a:rPr>
            </a:br>
            <a:r>
              <a:rPr lang="pt-BR" sz="2400" b="1" i="1" dirty="0" smtClean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 smtClean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</a:t>
            </a:r>
            <a:r>
              <a:rPr lang="pt-BR" sz="2400" b="1" i="1" dirty="0" smtClean="0">
                <a:solidFill>
                  <a:srgbClr val="0070C0"/>
                </a:solidFill>
              </a:rPr>
              <a:t>. Etapa do pré-processamento: Densidade espectral de potência.</a:t>
            </a:r>
          </a:p>
          <a:p>
            <a:pPr algn="ctr"/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3 </a:t>
            </a:r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eixos = 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12 </a:t>
            </a:r>
            <a:r>
              <a:rPr lang="pt-BR" sz="24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atributos.</a:t>
            </a:r>
            <a:endParaRPr lang="pt-BR" sz="2400" b="1" i="1" dirty="0" smtClean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 smtClean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 smtClean="0"/>
              <a:t>Caminhão</a:t>
            </a:r>
            <a:endParaRPr lang="pt-BR" sz="1600" b="1" dirty="0"/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 smtClean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</a:t>
            </a:r>
            <a:r>
              <a:rPr lang="pt-BR" sz="2400" b="1" i="1" dirty="0" smtClean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 smtClean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  <a:endParaRPr lang="pt-BR" sz="2400" b="1" i="1" dirty="0" smtClean="0">
              <a:solidFill>
                <a:srgbClr val="7030A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</a:t>
            </a: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de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dados no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 </a:t>
            </a: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I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mpulse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o acelerômetro do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celular</a:t>
            </a: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pt-BR" sz="2800" b="1" i="1" dirty="0" smtClean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 smtClean="0"/>
                <a:t>Caminhão</a:t>
              </a:r>
              <a:endParaRPr lang="pt-BR" sz="1600" b="1" dirty="0"/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projetaremos, treinaremos e testaremos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o modelo.</a:t>
            </a:r>
            <a:endParaRPr lang="pt-BR" sz="2800" b="1" i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</a:t>
            </a:r>
            <a:r>
              <a:rPr lang="pt-BR" dirty="0" smtClean="0"/>
              <a:t>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 smtClean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 smtClean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 smtClean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 smtClean="0"/>
              <a:t>Caminhão</a:t>
            </a:r>
            <a:endParaRPr lang="pt-BR" sz="1200" b="1" dirty="0"/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</a:t>
            </a:r>
            <a:r>
              <a:rPr lang="pt-BR" dirty="0" smtClean="0"/>
              <a:t>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</a:t>
            </a:r>
            <a:r>
              <a:rPr lang="pt-BR" dirty="0" smtClean="0"/>
              <a:t>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7. Converter o modelo, fazer o </a:t>
            </a:r>
            <a:r>
              <a:rPr lang="pt-BR" dirty="0" err="1" smtClean="0"/>
              <a:t>deploy</a:t>
            </a:r>
            <a:r>
              <a:rPr lang="pt-BR" dirty="0" smtClean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 smtClean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  <a:endParaRPr lang="pt-BR" sz="2000" b="1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movimento da cabeça, treinar pelo menos três movimentos no Edge Impulse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15961</TotalTime>
  <Words>636</Words>
  <Application>Microsoft Office PowerPoint</Application>
  <PresentationFormat>Widescreen</PresentationFormat>
  <Paragraphs>153</Paragraphs>
  <Slides>32</Slides>
  <Notes>32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2390</cp:revision>
  <dcterms:created xsi:type="dcterms:W3CDTF">2020-01-20T13:50:05Z</dcterms:created>
  <dcterms:modified xsi:type="dcterms:W3CDTF">2025-04-21T13:32:47Z</dcterms:modified>
</cp:coreProperties>
</file>
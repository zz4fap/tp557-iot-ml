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5"/>
  </p:notesMasterIdLst>
  <p:handoutMasterIdLst>
    <p:handoutMasterId r:id="rId16"/>
  </p:handoutMasterIdLst>
  <p:sldIdLst>
    <p:sldId id="256" r:id="rId3"/>
    <p:sldId id="583" r:id="rId4"/>
    <p:sldId id="584" r:id="rId5"/>
    <p:sldId id="585" r:id="rId6"/>
    <p:sldId id="590" r:id="rId7"/>
    <p:sldId id="587" r:id="rId8"/>
    <p:sldId id="588" r:id="rId9"/>
    <p:sldId id="589" r:id="rId10"/>
    <p:sldId id="591" r:id="rId11"/>
    <p:sldId id="593" r:id="rId12"/>
    <p:sldId id="592" r:id="rId13"/>
    <p:sldId id="586" r:id="rId1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91" autoAdjust="0"/>
    <p:restoredTop sz="82567" autoAdjust="0"/>
  </p:normalViewPr>
  <p:slideViewPr>
    <p:cSldViewPr snapToGrid="0">
      <p:cViewPr varScale="1">
        <p:scale>
          <a:sx n="61" d="100"/>
          <a:sy n="61" d="100"/>
        </p:scale>
        <p:origin x="1332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19/04/2025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74492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05294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41119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8505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09583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12043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80983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76094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21678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99311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Arduino nano </a:t>
            </a:r>
            <a:r>
              <a:rPr lang="pt-BR" b="1" i="1" dirty="0" smtClean="0"/>
              <a:t>BLE</a:t>
            </a:r>
            <a:r>
              <a:rPr lang="pt-BR" b="1" i="1" dirty="0" smtClean="0"/>
              <a:t> </a:t>
            </a:r>
            <a:r>
              <a:rPr lang="pt-BR" b="1" i="1" dirty="0"/>
              <a:t>33 </a:t>
            </a:r>
            <a:r>
              <a:rPr lang="pt-BR" b="1" i="1" dirty="0" err="1"/>
              <a:t>sense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xmlns="" id="{BAE3CB96-F009-DF5F-F24C-345E978F9844}"/>
              </a:ext>
            </a:extLst>
          </p:cNvPr>
          <p:cNvSpPr txBox="1"/>
          <p:nvPr/>
        </p:nvSpPr>
        <p:spPr>
          <a:xfrm>
            <a:off x="3364089" y="601545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</a:t>
            </a:r>
            <a:r>
              <a:rPr lang="pt-BR" b="1" i="1" dirty="0" smtClean="0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2F8F08AA-51A0-6F78-8968-E9C73046B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004437" y="1798624"/>
            <a:ext cx="3071126" cy="1950889"/>
          </a:xfr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xmlns="" id="{4F6F60B2-04EE-308E-FA87-B6CD3BCF41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643" y="1709615"/>
            <a:ext cx="5622811" cy="364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</a:t>
            </a:r>
            <a:r>
              <a:rPr lang="pt-BR" b="1" i="1" dirty="0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74DDEDF1-6CA2-FB64-6E3C-04AE919959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538561" y="1936288"/>
            <a:ext cx="4580017" cy="1158340"/>
          </a:xfr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xmlns="" id="{4A6256F9-E71F-5C55-931F-920D3EE33E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8329" y="3966572"/>
            <a:ext cx="6675698" cy="128789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xmlns="" id="{9773687D-4F94-4B43-1BE0-A376E33CDA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7549" y="2065839"/>
            <a:ext cx="1356478" cy="1028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405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</a:t>
            </a:r>
            <a:r>
              <a:rPr lang="pt-BR" b="1" i="1" dirty="0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6" name="Espaço Reservado para Conteúdo 5" descr="Uma imagem contendo circuito, geladeira&#10;&#10;Descrição gerada automaticamente">
            <a:extLst>
              <a:ext uri="{FF2B5EF4-FFF2-40B4-BE49-F238E27FC236}">
                <a16:creationId xmlns:a16="http://schemas.microsoft.com/office/drawing/2014/main" xmlns="" id="{1C7C2E39-67BD-BA03-6B16-C5FF70E26E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514621" y="344311"/>
            <a:ext cx="4507067" cy="6009424"/>
          </a:xfrm>
        </p:spPr>
      </p:pic>
    </p:spTree>
    <p:extLst>
      <p:ext uri="{BB962C8B-B14F-4D97-AF65-F5344CB8AC3E}">
        <p14:creationId xmlns:p14="http://schemas.microsoft.com/office/powerpoint/2010/main" val="247944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</a:t>
            </a:r>
            <a:r>
              <a:rPr lang="pt-BR" b="1" i="1" dirty="0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xmlns="" id="{8436FF3C-D123-329E-F533-DDBF74135E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32178" y="1080570"/>
            <a:ext cx="8963378" cy="4885382"/>
          </a:xfrm>
        </p:spPr>
      </p:pic>
    </p:spTree>
    <p:extLst>
      <p:ext uri="{BB962C8B-B14F-4D97-AF65-F5344CB8AC3E}">
        <p14:creationId xmlns:p14="http://schemas.microsoft.com/office/powerpoint/2010/main" val="2003736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</a:t>
            </a:r>
            <a:r>
              <a:rPr lang="pt-BR" b="1" i="1" dirty="0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xmlns="" id="{D33CBD79-FD67-FF8E-BDC6-1D30CC7CFF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17599" y="1029646"/>
            <a:ext cx="9053689" cy="4798708"/>
          </a:xfrm>
        </p:spPr>
      </p:pic>
    </p:spTree>
    <p:extLst>
      <p:ext uri="{BB962C8B-B14F-4D97-AF65-F5344CB8AC3E}">
        <p14:creationId xmlns:p14="http://schemas.microsoft.com/office/powerpoint/2010/main" val="3853945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</a:t>
            </a:r>
            <a:r>
              <a:rPr lang="pt-BR" b="1" i="1" dirty="0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xmlns="" id="{EE6CC178-193F-4F49-3930-5E4D432483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09600" y="835321"/>
            <a:ext cx="9471378" cy="5187358"/>
          </a:xfrm>
        </p:spPr>
      </p:pic>
    </p:spTree>
    <p:extLst>
      <p:ext uri="{BB962C8B-B14F-4D97-AF65-F5344CB8AC3E}">
        <p14:creationId xmlns:p14="http://schemas.microsoft.com/office/powerpoint/2010/main" val="4002848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</a:t>
            </a:r>
            <a:r>
              <a:rPr lang="pt-BR" b="1" i="1" dirty="0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err="1"/>
              <a:t>Blink</a:t>
            </a:r>
            <a:r>
              <a:rPr lang="pt-BR" dirty="0"/>
              <a:t>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xmlns="" id="{4B572F80-ADC4-F5FA-7F57-5C9B41F775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126" y="1591734"/>
            <a:ext cx="5335585" cy="456731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xmlns="" id="{8E9E28C1-4D92-B334-3211-B30C0F0422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6533" y="1960171"/>
            <a:ext cx="3958341" cy="383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737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</a:t>
            </a:r>
            <a:r>
              <a:rPr lang="pt-BR" b="1" i="1" dirty="0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438824B7-0FF3-D539-6E31-E334D5EE4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243" y="1287639"/>
            <a:ext cx="5766810" cy="507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033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</a:t>
            </a:r>
            <a:r>
              <a:rPr lang="pt-BR" b="1" i="1" dirty="0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IMU acelerômetro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39DAC04D-AD4B-DCFA-1539-649B505DB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316837"/>
            <a:ext cx="5046131" cy="228432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D7144D36-9773-153E-19B2-CFCE97F308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555" y="1631530"/>
            <a:ext cx="4681491" cy="4340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750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</a:t>
            </a:r>
            <a:r>
              <a:rPr lang="pt-BR" b="1" i="1" dirty="0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Microfone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93151E90-7729-BF56-0082-845839B8DB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076" y="1749777"/>
            <a:ext cx="5495840" cy="4380373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61193B20-F49E-EFE8-58CE-C25AD9EE3C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1862" y="2494844"/>
            <a:ext cx="5715338" cy="2565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063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</a:t>
            </a:r>
            <a:r>
              <a:rPr lang="pt-BR" b="1" i="1"/>
              <a:t>nano </a:t>
            </a:r>
            <a:r>
              <a:rPr lang="pt-BR" b="1" i="1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Câmera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xmlns="" id="{870ACF80-E49B-7A8E-8308-80262CC43F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6975" y="2023777"/>
            <a:ext cx="4605426" cy="3787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4CD12151-7755-0B3F-7759-001BEDDC8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089" y="1819275"/>
            <a:ext cx="6147398" cy="3971925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CBFD94A7-CC7B-222F-1B42-55F614EFED60}"/>
              </a:ext>
            </a:extLst>
          </p:cNvPr>
          <p:cNvSpPr txBox="1"/>
          <p:nvPr/>
        </p:nvSpPr>
        <p:spPr>
          <a:xfrm>
            <a:off x="2878667" y="602857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https://colab.research.google.com/github/tinyMLx/colabs/blob/master/4-2-12-OV7675ImageViewer.ipynb</a:t>
            </a:r>
          </a:p>
        </p:txBody>
      </p:sp>
    </p:spTree>
    <p:extLst>
      <p:ext uri="{BB962C8B-B14F-4D97-AF65-F5344CB8AC3E}">
        <p14:creationId xmlns:p14="http://schemas.microsoft.com/office/powerpoint/2010/main" val="10185158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15756</TotalTime>
  <Words>97</Words>
  <Application>Microsoft Office PowerPoint</Application>
  <PresentationFormat>Widescreen</PresentationFormat>
  <Paragraphs>33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2351</cp:revision>
  <dcterms:created xsi:type="dcterms:W3CDTF">2020-01-20T13:50:05Z</dcterms:created>
  <dcterms:modified xsi:type="dcterms:W3CDTF">2025-04-19T12:19:32Z</dcterms:modified>
</cp:coreProperties>
</file>
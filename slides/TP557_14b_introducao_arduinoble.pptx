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9"/>
  </p:notesMasterIdLst>
  <p:handoutMasterIdLst>
    <p:handoutMasterId r:id="rId20"/>
  </p:handoutMasterIdLst>
  <p:sldIdLst>
    <p:sldId id="256" r:id="rId3"/>
    <p:sldId id="583" r:id="rId4"/>
    <p:sldId id="584" r:id="rId5"/>
    <p:sldId id="585" r:id="rId6"/>
    <p:sldId id="594" r:id="rId7"/>
    <p:sldId id="590" r:id="rId8"/>
    <p:sldId id="595" r:id="rId9"/>
    <p:sldId id="587" r:id="rId10"/>
    <p:sldId id="588" r:id="rId11"/>
    <p:sldId id="589" r:id="rId12"/>
    <p:sldId id="598" r:id="rId13"/>
    <p:sldId id="599" r:id="rId14"/>
    <p:sldId id="600" r:id="rId15"/>
    <p:sldId id="601" r:id="rId16"/>
    <p:sldId id="602" r:id="rId17"/>
    <p:sldId id="603" r:id="rId1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91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92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28/05/2025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404040"/>
                </a:solidFill>
                <a:effectLst/>
                <a:latin typeface="quote-cjk-patch"/>
              </a:rPr>
              <a:t>IMU é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quote-cjk-patch"/>
              </a:rPr>
              <a:t>usado</a:t>
            </a:r>
            <a:r>
              <a:rPr lang="en-US" b="0" i="0" dirty="0">
                <a:solidFill>
                  <a:srgbClr val="404040"/>
                </a:solidFill>
                <a:effectLst/>
                <a:latin typeface="quote-cjk-patch"/>
              </a:rPr>
              <a:t> para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quote-cjk-patch"/>
              </a:rPr>
              <a:t>detecção</a:t>
            </a:r>
            <a:r>
              <a:rPr lang="en-US" b="0" i="0" dirty="0">
                <a:solidFill>
                  <a:srgbClr val="404040"/>
                </a:solidFill>
                <a:effectLst/>
                <a:latin typeface="quote-cjk-patch"/>
              </a:rPr>
              <a:t> de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quote-cjk-patch"/>
              </a:rPr>
              <a:t>movimento</a:t>
            </a:r>
            <a:r>
              <a:rPr lang="en-US" b="0" i="0" dirty="0">
                <a:solidFill>
                  <a:srgbClr val="404040"/>
                </a:solidFill>
                <a:effectLst/>
                <a:latin typeface="quote-cjk-patch"/>
              </a:rPr>
              <a:t>, </a:t>
            </a:r>
            <a:r>
              <a:rPr lang="pt-BR" b="0" i="0" dirty="0">
                <a:solidFill>
                  <a:srgbClr val="404040"/>
                </a:solidFill>
                <a:effectLst/>
                <a:latin typeface="quote-cjk-patch"/>
              </a:rPr>
              <a:t>Complementa o GPS em lugares sem sinal</a:t>
            </a:r>
            <a:r>
              <a:rPr lang="pt-BR" b="0" i="0">
                <a:solidFill>
                  <a:srgbClr val="404040"/>
                </a:solidFill>
                <a:effectLst/>
                <a:latin typeface="quote-cjk-patch"/>
              </a:rPr>
              <a:t>, etc.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7449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05294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9139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4111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170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850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09583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120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16802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1720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60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https://colab.research.google.com/github/zz4fap/tp557-iot-ml/blob/main/examples/4_2_12_OV7675ImageViewer.ipynb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98542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68946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9627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28/05/2025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zz4fap/tp557-iot-ml/blob/main/examples/4_2_12_OV7675ImageViewer.ipynb" TargetMode="Externa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AE3CB96-F009-DF5F-F24C-345E978F9844}"/>
              </a:ext>
            </a:extLst>
          </p:cNvPr>
          <p:cNvSpPr txBox="1"/>
          <p:nvPr/>
        </p:nvSpPr>
        <p:spPr>
          <a:xfrm>
            <a:off x="3364089" y="601545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2F8F08AA-51A0-6F78-8968-E9C73046B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28540" y="1681311"/>
            <a:ext cx="3071126" cy="1950889"/>
          </a:xfr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4F6F60B2-04EE-308E-FA87-B6CD3BCF4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4458" y="1633448"/>
            <a:ext cx="6857249" cy="4441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74DDEDF1-6CA2-FB64-6E3C-04AE919959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538561" y="1936288"/>
            <a:ext cx="4580017" cy="1158340"/>
          </a:xfr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4A6256F9-E71F-5C55-931F-920D3EE33E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8329" y="3966572"/>
            <a:ext cx="6675698" cy="128789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9773687D-4F94-4B43-1BE0-A376E33CD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7549" y="2065839"/>
            <a:ext cx="1356478" cy="1028789"/>
          </a:xfrm>
          <a:prstGeom prst="rect">
            <a:avLst/>
          </a:prstGeom>
        </p:spPr>
      </p:pic>
      <p:sp>
        <p:nvSpPr>
          <p:cNvPr id="4" name="CaixaDeTexto 3"/>
          <p:cNvSpPr txBox="1"/>
          <p:nvPr/>
        </p:nvSpPr>
        <p:spPr>
          <a:xfrm>
            <a:off x="6299200" y="4906595"/>
            <a:ext cx="2966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" name="CaixaDeTexto 4"/>
          <p:cNvSpPr txBox="1"/>
          <p:nvPr/>
        </p:nvSpPr>
        <p:spPr>
          <a:xfrm>
            <a:off x="2753139" y="6291470"/>
            <a:ext cx="3181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*Não está instalado em algumas versões.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FE04E0-3E29-4403-B1CC-06C5F286C5B7}"/>
              </a:ext>
            </a:extLst>
          </p:cNvPr>
          <p:cNvSpPr txBox="1"/>
          <p:nvPr/>
        </p:nvSpPr>
        <p:spPr>
          <a:xfrm>
            <a:off x="714703" y="1261241"/>
            <a:ext cx="134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Sensores e protocolos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BEEB3-63D5-8FE3-5824-DE0EA0AFE988}"/>
              </a:ext>
            </a:extLst>
          </p:cNvPr>
          <p:cNvSpPr txBox="1"/>
          <p:nvPr/>
        </p:nvSpPr>
        <p:spPr>
          <a:xfrm>
            <a:off x="3704313" y="3123344"/>
            <a:ext cx="27432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0" i="0" dirty="0">
                <a:effectLst/>
              </a:rPr>
              <a:t>unidade de medição inercial (IMU): acelerômetro, giroscópio e magnetômetro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97405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48" y="1237835"/>
            <a:ext cx="11706225" cy="4819650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304800" y="906798"/>
            <a:ext cx="228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Instalando o hardware</a:t>
            </a:r>
          </a:p>
        </p:txBody>
      </p:sp>
    </p:spTree>
    <p:extLst>
      <p:ext uri="{BB962C8B-B14F-4D97-AF65-F5344CB8AC3E}">
        <p14:creationId xmlns:p14="http://schemas.microsoft.com/office/powerpoint/2010/main" val="247944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6" name="Espaço Reservado para Conteúdo 5" descr="Uma imagem contendo circuito, geladeira&#10;&#10;Descrição gerada automaticamente">
            <a:extLst>
              <a:ext uri="{FF2B5EF4-FFF2-40B4-BE49-F238E27FC236}">
                <a16:creationId xmlns:a16="http://schemas.microsoft.com/office/drawing/2014/main" id="{1C7C2E39-67BD-BA03-6B16-C5FF70E26E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514621" y="344311"/>
            <a:ext cx="4507067" cy="6009424"/>
          </a:xfrm>
        </p:spPr>
      </p:pic>
    </p:spTree>
    <p:extLst>
      <p:ext uri="{BB962C8B-B14F-4D97-AF65-F5344CB8AC3E}">
        <p14:creationId xmlns:p14="http://schemas.microsoft.com/office/powerpoint/2010/main" val="3912689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8436FF3C-D123-329E-F533-DDBF74135E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32178" y="1080570"/>
            <a:ext cx="8963378" cy="4885382"/>
          </a:xfrm>
        </p:spPr>
      </p:pic>
    </p:spTree>
    <p:extLst>
      <p:ext uri="{BB962C8B-B14F-4D97-AF65-F5344CB8AC3E}">
        <p14:creationId xmlns:p14="http://schemas.microsoft.com/office/powerpoint/2010/main" val="2003736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366" y="1292086"/>
            <a:ext cx="8836963" cy="4992084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10754139" y="5625547"/>
            <a:ext cx="931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Console</a:t>
            </a:r>
          </a:p>
        </p:txBody>
      </p:sp>
      <p:cxnSp>
        <p:nvCxnSpPr>
          <p:cNvPr id="8" name="Conector de seta reta 7"/>
          <p:cNvCxnSpPr>
            <a:stCxn id="5" idx="1"/>
          </p:cNvCxnSpPr>
          <p:nvPr/>
        </p:nvCxnSpPr>
        <p:spPr>
          <a:xfrm flipH="1">
            <a:off x="10396329" y="5810213"/>
            <a:ext cx="3578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/>
          <p:cNvSpPr txBox="1"/>
          <p:nvPr/>
        </p:nvSpPr>
        <p:spPr>
          <a:xfrm>
            <a:off x="15487" y="1431235"/>
            <a:ext cx="1020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Menus e barra de tarefas</a:t>
            </a:r>
          </a:p>
        </p:txBody>
      </p:sp>
      <p:cxnSp>
        <p:nvCxnSpPr>
          <p:cNvPr id="11" name="Conector de seta reta 10"/>
          <p:cNvCxnSpPr/>
          <p:nvPr/>
        </p:nvCxnSpPr>
        <p:spPr>
          <a:xfrm>
            <a:off x="1035904" y="1754401"/>
            <a:ext cx="377687" cy="4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ixaDeTexto 14"/>
          <p:cNvSpPr txBox="1"/>
          <p:nvPr/>
        </p:nvSpPr>
        <p:spPr>
          <a:xfrm>
            <a:off x="10856844" y="3342860"/>
            <a:ext cx="1020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Área de código</a:t>
            </a:r>
          </a:p>
        </p:txBody>
      </p:sp>
      <p:cxnSp>
        <p:nvCxnSpPr>
          <p:cNvPr id="16" name="Conector de seta reta 15"/>
          <p:cNvCxnSpPr>
            <a:stCxn id="15" idx="1"/>
          </p:cNvCxnSpPr>
          <p:nvPr/>
        </p:nvCxnSpPr>
        <p:spPr>
          <a:xfrm flipH="1">
            <a:off x="10545417" y="3666026"/>
            <a:ext cx="311427" cy="1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3428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D33CBD79-FD67-FF8E-BDC6-1D30CC7CFF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17599" y="1029646"/>
            <a:ext cx="9053689" cy="4798708"/>
          </a:xfrm>
        </p:spPr>
      </p:pic>
    </p:spTree>
    <p:extLst>
      <p:ext uri="{BB962C8B-B14F-4D97-AF65-F5344CB8AC3E}">
        <p14:creationId xmlns:p14="http://schemas.microsoft.com/office/powerpoint/2010/main" val="385394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EE6CC178-193F-4F49-3930-5E4D432483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09600" y="835321"/>
            <a:ext cx="9471378" cy="5187358"/>
          </a:xfrm>
        </p:spPr>
      </p:pic>
      <p:sp>
        <p:nvSpPr>
          <p:cNvPr id="3" name="CaixaDeTexto 2"/>
          <p:cNvSpPr txBox="1"/>
          <p:nvPr/>
        </p:nvSpPr>
        <p:spPr>
          <a:xfrm>
            <a:off x="10167730" y="3806687"/>
            <a:ext cx="16300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/>
              <a:t>Lib</a:t>
            </a:r>
            <a:r>
              <a:rPr lang="pt-BR" sz="1400" dirty="0"/>
              <a:t> para </a:t>
            </a:r>
            <a:r>
              <a:rPr lang="pt-BR" sz="1400" dirty="0" err="1"/>
              <a:t>magnetômetro</a:t>
            </a:r>
            <a:r>
              <a:rPr lang="pt-BR" sz="1400" dirty="0"/>
              <a:t>, acelerômetro e giroscópio.</a:t>
            </a:r>
          </a:p>
        </p:txBody>
      </p:sp>
      <p:cxnSp>
        <p:nvCxnSpPr>
          <p:cNvPr id="5" name="Conector de seta reta 4"/>
          <p:cNvCxnSpPr/>
          <p:nvPr/>
        </p:nvCxnSpPr>
        <p:spPr>
          <a:xfrm flipH="1" flipV="1">
            <a:off x="8488017" y="3806687"/>
            <a:ext cx="1897761" cy="357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2848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Exemplo: </a:t>
            </a:r>
            <a:r>
              <a:rPr lang="pt-BR" dirty="0" err="1"/>
              <a:t>Blink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8E9E28C1-4D92-B334-3211-B30C0F042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033" y="1950646"/>
            <a:ext cx="3958341" cy="3830436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04" y="1470660"/>
            <a:ext cx="6224187" cy="4930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737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Exemplo: IMU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674" y="1525787"/>
            <a:ext cx="5838825" cy="4713088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73" y="1240036"/>
            <a:ext cx="4010027" cy="4736481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429373" y="4829175"/>
            <a:ext cx="4124327" cy="5048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5401" y="5712829"/>
            <a:ext cx="380624" cy="263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537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Exemplo: Microfone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447799"/>
            <a:ext cx="6086934" cy="4829175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4175" y="1447799"/>
            <a:ext cx="4333873" cy="4520189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734175" y="5572125"/>
            <a:ext cx="4333873" cy="5048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3837" y="6353173"/>
            <a:ext cx="5095875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669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Exemplo: Câmera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523137"/>
            <a:ext cx="5850831" cy="4677638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211" y="1019175"/>
            <a:ext cx="4128913" cy="204905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3211" y="3142308"/>
            <a:ext cx="4330522" cy="2081212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649860" y="2790825"/>
            <a:ext cx="4333873" cy="2774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9006" y="5524500"/>
            <a:ext cx="4810125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4850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Exemplo: Câmera</a:t>
            </a:r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8" name="Grupo 7"/>
          <p:cNvGrpSpPr/>
          <p:nvPr/>
        </p:nvGrpSpPr>
        <p:grpSpPr>
          <a:xfrm>
            <a:off x="838201" y="1447800"/>
            <a:ext cx="9038872" cy="4699568"/>
            <a:chOff x="1162402" y="1622128"/>
            <a:chExt cx="8895645" cy="4582390"/>
          </a:xfrm>
        </p:grpSpPr>
        <p:pic>
          <p:nvPicPr>
            <p:cNvPr id="3" name="Imagem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62402" y="1622128"/>
              <a:ext cx="8895645" cy="4582390"/>
            </a:xfrm>
            <a:prstGeom prst="rect">
              <a:avLst/>
            </a:prstGeom>
          </p:spPr>
        </p:pic>
        <p:sp>
          <p:nvSpPr>
            <p:cNvPr id="7" name="Retângulo 6"/>
            <p:cNvSpPr/>
            <p:nvPr/>
          </p:nvSpPr>
          <p:spPr>
            <a:xfrm>
              <a:off x="1276352" y="5684818"/>
              <a:ext cx="3781424" cy="277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9" name="Retângulo 8"/>
          <p:cNvSpPr/>
          <p:nvPr/>
        </p:nvSpPr>
        <p:spPr>
          <a:xfrm>
            <a:off x="2355573" y="6511576"/>
            <a:ext cx="778151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https://colab.research.google.com/github/zz4fap/tp557-iot-ml/blob/main/examples/4_2_12_OV7675ImageViewer.ipynb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1461928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Exemplo: </a:t>
            </a:r>
            <a:r>
              <a:rPr lang="pt-BR" dirty="0" err="1"/>
              <a:t>KeyWord</a:t>
            </a:r>
            <a:r>
              <a:rPr lang="pt-BR" dirty="0"/>
              <a:t> </a:t>
            </a:r>
            <a:r>
              <a:rPr lang="pt-BR" dirty="0" err="1"/>
              <a:t>Spotting</a:t>
            </a:r>
            <a:r>
              <a:rPr lang="pt-BR" dirty="0"/>
              <a:t> (</a:t>
            </a:r>
            <a:r>
              <a:rPr lang="pt-BR" dirty="0" err="1"/>
              <a:t>micro_speech</a:t>
            </a:r>
            <a:r>
              <a:rPr lang="pt-BR" dirty="0"/>
              <a:t>)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625399"/>
            <a:ext cx="4170086" cy="449151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6617" y="1019175"/>
            <a:ext cx="5000625" cy="22669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461" y="3360208"/>
            <a:ext cx="5329651" cy="2577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1267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Exemplo: Person </a:t>
            </a:r>
            <a:r>
              <a:rPr lang="pt-BR" dirty="0" err="1"/>
              <a:t>detection</a:t>
            </a:r>
            <a:r>
              <a:rPr lang="pt-BR" dirty="0"/>
              <a:t> (</a:t>
            </a:r>
            <a:r>
              <a:rPr lang="pt-BR" dirty="0" err="1"/>
              <a:t>person_detection</a:t>
            </a:r>
            <a:r>
              <a:rPr lang="pt-BR" dirty="0"/>
              <a:t>)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165" y="1629558"/>
            <a:ext cx="4290391" cy="464792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878" y="3694481"/>
            <a:ext cx="4736410" cy="231273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313" y="1526369"/>
            <a:ext cx="4547390" cy="196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69213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15928</TotalTime>
  <Words>271</Words>
  <Application>Microsoft Office PowerPoint</Application>
  <PresentationFormat>Widescreen</PresentationFormat>
  <Paragraphs>54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quote-cjk-patch</vt:lpstr>
      <vt:lpstr>Tema do Office</vt:lpstr>
      <vt:lpstr>1_Tema do Office</vt:lpstr>
      <vt:lpstr>TP557 - Tópicos avançados em IoT e Machine Learning: 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2378</cp:revision>
  <dcterms:created xsi:type="dcterms:W3CDTF">2020-01-20T13:50:05Z</dcterms:created>
  <dcterms:modified xsi:type="dcterms:W3CDTF">2025-05-28T18:20:18Z</dcterms:modified>
</cp:coreProperties>
</file>
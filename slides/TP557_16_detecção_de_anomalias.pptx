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6"/>
  </p:notesMasterIdLst>
  <p:handoutMasterIdLst>
    <p:handoutMasterId r:id="rId27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13" r:id="rId20"/>
    <p:sldId id="611" r:id="rId21"/>
    <p:sldId id="612" r:id="rId22"/>
    <p:sldId id="615" r:id="rId23"/>
    <p:sldId id="631" r:id="rId24"/>
    <p:sldId id="616" r:id="rId2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</a:t>
            </a:r>
            <a:r>
              <a:rPr lang="pt-BR" u="sng" dirty="0"/>
              <a:t>colab.research.google.com/github/zz4fap/tp557-iot-ml/blob/main/examples/k_means_centros_de_distribuição.ipynb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67093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8.png"/><Relationship Id="rId4" Type="http://schemas.openxmlformats.org/officeDocument/2006/relationships/hyperlink" Target="https://docs.edgeimpulse.com/docs/tutorials/end-to-end-tutorials/time-series/continuous-motion-recognition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xmlns="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xmlns="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xmlns="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xmlns="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seguintes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os pontos de dados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xmlns="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</a:t>
            </a:r>
          </a:p>
          <a:p>
            <a:pPr lvl="1"/>
            <a:r>
              <a:rPr lang="pt-BR" dirty="0"/>
              <a:t>Detecção de movimento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xmlns="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xmlns="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xmlns="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xmlns="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xmlns="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084676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no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possíveis anomalias nos dados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do ciclo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logístico, e.g., quedas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705" y="2128881"/>
            <a:ext cx="5229390" cy="423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Se baseie no seguinte tutorial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docs.edgeimpulse.com/docs/tutorials/end-to-end-tutorials/time-series/continuous-motion-recognition</a:t>
            </a:r>
            <a:endParaRPr lang="pt-BR" sz="2000" dirty="0" smtClean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0651" y="2585226"/>
            <a:ext cx="7719738" cy="315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77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16304</TotalTime>
  <Words>563</Words>
  <Application>Microsoft Office PowerPoint</Application>
  <PresentationFormat>Widescreen</PresentationFormat>
  <Paragraphs>146</Paragraphs>
  <Slides>23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2409</cp:revision>
  <dcterms:created xsi:type="dcterms:W3CDTF">2020-01-20T13:50:05Z</dcterms:created>
  <dcterms:modified xsi:type="dcterms:W3CDTF">2025-05-20T02:10:06Z</dcterms:modified>
</cp:coreProperties>
</file>